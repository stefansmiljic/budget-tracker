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33038-20FD-A537-78CE-AAD07BC89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DF14B-479B-465A-D2FE-82203A284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DBD48-9AEC-2AE0-EB92-6A4121037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DFBD8-C113-4D1A-AC78-3E139E081CC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B3BAF-0A59-43D0-1760-CB4C7D602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E8D39-6C93-BBB4-77E8-188C93E5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3789-2DFD-4136-B705-499E82419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3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7A45F-1BFA-95C1-1209-B6B1B666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3204E-C556-7983-E8EE-686C8F0ED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95CF9-9663-C084-C423-BBBE87D3A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DFBD8-C113-4D1A-AC78-3E139E081CC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C994E-0A0B-A748-D77F-045A48F17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E2362-1165-FFFD-DB30-BBF8F8CF9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3789-2DFD-4136-B705-499E82419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791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B9F34-80EF-84A7-608D-A9108FDDB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1E05F-DC7A-6A15-975D-CB0803D7A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36D81-E366-4BA6-F617-A843B456E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DFBD8-C113-4D1A-AC78-3E139E081CC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31725-D13E-4617-634F-D48DA3E54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7B5B8-C694-987D-8CB4-7160A4BB0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3789-2DFD-4136-B705-499E82419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00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3E47A-3849-C058-4F48-AD1E0E812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B30F2-A6E6-F786-348A-95FB44A55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30AC3-F17A-0AF6-FD9F-DE1351262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4B270-A549-BC9D-1728-5EBFBF68F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DFBD8-C113-4D1A-AC78-3E139E081CC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A6092-A8B5-72B0-87ED-6997FCBEC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75B67-03E5-9718-01D4-5248E30B2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3789-2DFD-4136-B705-499E82419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59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78BF-E5A3-9FD9-D7A2-1D4797ED8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81888-F95A-82F9-FC87-D8999755F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681A6-FAB2-AB0B-E954-7998655EF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E35D9A-7B33-9510-C9D3-264749A09B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29DA65-C947-72A9-988B-85BBA18C9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203FDF-5BD6-F944-69EA-98C025C6A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DFBD8-C113-4D1A-AC78-3E139E081CC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868556-D32D-0815-359D-2916CD23F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BAC610-3430-2093-041C-AF538CE2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3789-2DFD-4136-B705-499E82419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4BA3-A64D-AA59-CC62-1653FFD7E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40F637-EA6F-2CEF-F1E1-E81B8D3FF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DFBD8-C113-4D1A-AC78-3E139E081CC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78C72-A119-8C07-A8C5-D3ED21A8A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EA1A7B-09EA-C191-B93F-34291A2C6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3789-2DFD-4136-B705-499E82419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67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B0D803-3D9B-ED83-A6A7-F0D633781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DFBD8-C113-4D1A-AC78-3E139E081CC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5928DF-6A28-E5B8-0554-3C021989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3E4BE-2890-663C-0292-8758C54B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3789-2DFD-4136-B705-499E82419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99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9F03-572E-76FA-8A02-2F63BBDEC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72E4E-029C-0BB7-D32E-47AEF32A8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9006F-C9A6-331D-5203-A13F36F72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34C3C-9010-7F49-3C8E-949E57B6A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DFBD8-C113-4D1A-AC78-3E139E081CC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8EA99-8A64-143B-FD03-F937467E9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259A-88F7-9EA6-FC13-9F5921545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3789-2DFD-4136-B705-499E82419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227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9E535-467B-7586-0579-AC1EBE2BB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BEF674-E6F0-1205-B126-B5C7619288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AF3A6-56E6-758B-2A46-A94392E02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2BCCE-F865-EB13-4BA6-058DDA192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DFBD8-C113-4D1A-AC78-3E139E081CC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28152-4499-0496-A616-839EB8EEE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C5D38-33FB-9274-B6EF-419113C46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3789-2DFD-4136-B705-499E82419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99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3502E-B4EC-03CE-0D1B-2CAB3031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A15CC-E4A2-3B01-A363-9C31E36A4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63004-3907-5390-9A14-A93568BD2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DFBD8-C113-4D1A-AC78-3E139E081CC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2A801-0230-AC44-2B6C-26DCC884F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101EC-824B-3C23-5D7E-5A1B48CBB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3789-2DFD-4136-B705-499E82419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9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75132B-20C2-A842-3631-F5CF144348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AE7B5E-52AD-5508-7965-2DA269876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0E6EE-8776-A27F-B349-D41F4ACE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DFBD8-C113-4D1A-AC78-3E139E081CC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2509B-B144-7ABF-3347-1CC35225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74490-D647-FD99-391A-E737D546B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3789-2DFD-4136-B705-499E82419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664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F06F8F-A157-C763-30E1-4C10EB31B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39E74-B073-EB87-A27B-EAC276DA2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899C4-18F8-E779-ED3B-09AA13CBF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DFBD8-C113-4D1A-AC78-3E139E081CC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3EB59-22C0-BC6E-9F95-6DCB67E1E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E87D7-845E-9239-54CF-C50726E139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B3789-2DFD-4136-B705-499E82419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726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8014-C0AA-17B3-9354-FE9FFE2B2D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Razvoj real-time cross-platform aplikacije korišćenjem Flutter-a i BLoC arhitekture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0C0734-16E9-630C-7A7F-3A5B6926B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6970"/>
            <a:ext cx="9144000" cy="1655762"/>
          </a:xfrm>
        </p:spPr>
        <p:txBody>
          <a:bodyPr/>
          <a:lstStyle/>
          <a:p>
            <a:r>
              <a:rPr lang="sr-Latn-RS" dirty="0"/>
              <a:t>Stefan Smiljić, 2179</a:t>
            </a:r>
          </a:p>
          <a:p>
            <a:r>
              <a:rPr lang="sr-Latn-RS" dirty="0"/>
              <a:t>Napredno softversko inženjerstvo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602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E40A0-89C7-6717-87EF-2971F6C3B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4AF6A-C5E7-8760-BFD4-3ADBD883F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Razvoj za Android i iOS </a:t>
            </a:r>
            <a:r>
              <a:rPr lang="en-US" dirty="0"/>
              <a:t>-&gt; </a:t>
            </a:r>
            <a:r>
              <a:rPr lang="en-US" dirty="0" err="1"/>
              <a:t>dupli</a:t>
            </a:r>
            <a:r>
              <a:rPr lang="en-US" dirty="0"/>
              <a:t> </a:t>
            </a:r>
            <a:r>
              <a:rPr lang="en-US" dirty="0" err="1"/>
              <a:t>kod</a:t>
            </a:r>
            <a:endParaRPr lang="en-US" dirty="0"/>
          </a:p>
          <a:p>
            <a:r>
              <a:rPr lang="en-US" dirty="0" err="1"/>
              <a:t>Kompleksno</a:t>
            </a:r>
            <a:r>
              <a:rPr lang="en-US" dirty="0"/>
              <a:t>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stanjem</a:t>
            </a:r>
            <a:r>
              <a:rPr lang="en-US" dirty="0"/>
              <a:t> u UI </a:t>
            </a:r>
            <a:r>
              <a:rPr lang="en-US" dirty="0" err="1"/>
              <a:t>aplikacijama</a:t>
            </a:r>
            <a:endParaRPr lang="en-US" dirty="0"/>
          </a:p>
          <a:p>
            <a:r>
              <a:rPr lang="sr-Latn-RS" dirty="0"/>
              <a:t>Mešanje UI i poslovne logike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360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7B78D-5173-E847-692E-DE4DF354F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Šta je Flutter?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C2FA1-7C58-5B16-7F1F-9A1175634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Open-source framework (Google)</a:t>
            </a:r>
          </a:p>
          <a:p>
            <a:r>
              <a:rPr lang="sr-Latn-RS" dirty="0"/>
              <a:t>Jedan kod -&gt; Android, iOS, Web, Desktop</a:t>
            </a:r>
          </a:p>
          <a:p>
            <a:r>
              <a:rPr lang="sr-Latn-RS" dirty="0"/>
              <a:t>Programski jezik Dart</a:t>
            </a:r>
          </a:p>
          <a:p>
            <a:r>
              <a:rPr lang="sr-Latn-RS" dirty="0"/>
              <a:t>UI = widgeti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5C9AEE-CAE9-B421-D942-DF8D2732E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094" y="1843273"/>
            <a:ext cx="3171453" cy="317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605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427C1-F207-A6E8-971C-64E43C8C7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Zašto Flutter?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1BE1C-EAFB-6956-39D7-372B9DFB1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High performance</a:t>
            </a:r>
          </a:p>
          <a:p>
            <a:r>
              <a:rPr lang="sr-Latn-RS" dirty="0"/>
              <a:t>Hot Reload</a:t>
            </a:r>
          </a:p>
          <a:p>
            <a:r>
              <a:rPr lang="sr-Latn-RS" dirty="0"/>
              <a:t>Jedinstven UI</a:t>
            </a:r>
          </a:p>
          <a:p>
            <a:r>
              <a:rPr lang="sr-Latn-RS" dirty="0"/>
              <a:t>Velika zajednica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593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FDEA-8EA6-CFBB-D032-9C8AA416B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Arhitektura projekta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ECEE7-F798-A909-EB92-E209322D1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UI sloj</a:t>
            </a:r>
          </a:p>
          <a:p>
            <a:r>
              <a:rPr lang="sr-Latn-RS" dirty="0"/>
              <a:t>BLoC - Business logic</a:t>
            </a:r>
          </a:p>
          <a:p>
            <a:r>
              <a:rPr lang="sr-Latn-RS" dirty="0"/>
              <a:t>Repository za rad sa podacima</a:t>
            </a:r>
          </a:p>
          <a:p>
            <a:r>
              <a:rPr lang="sr-Latn-RS" dirty="0"/>
              <a:t>Data sloj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4D2312-E1A6-C100-6244-1B14DB88C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332" y="1253331"/>
            <a:ext cx="326783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048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DE1D1-FE10-21F2-0E75-3DFC1A4FC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BLoC (Business Logic Component)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A50DE0F-F76C-FF78-77DA-69CA17046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Pattern za state management</a:t>
            </a:r>
          </a:p>
          <a:p>
            <a:r>
              <a:rPr lang="sr-Latn-RS" dirty="0"/>
              <a:t>Event-driven arhitektura</a:t>
            </a:r>
          </a:p>
          <a:p>
            <a:r>
              <a:rPr lang="sr-Latn-RS" dirty="0"/>
              <a:t>Reaktivni tok podataka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394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8AF7C-184E-721F-C69A-3EBF782A5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BLoC – ključni elementi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6F6AD-FAA5-2116-68EF-A3A4373ED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Event</a:t>
            </a:r>
          </a:p>
          <a:p>
            <a:r>
              <a:rPr lang="sr-Latn-RS" dirty="0"/>
              <a:t>State</a:t>
            </a:r>
          </a:p>
          <a:p>
            <a:r>
              <a:rPr lang="sr-Latn-RS" dirty="0"/>
              <a:t>Bloc</a:t>
            </a:r>
          </a:p>
          <a:p>
            <a:r>
              <a:rPr lang="sr-Latn-RS" dirty="0"/>
              <a:t>BlocProvider</a:t>
            </a:r>
          </a:p>
          <a:p>
            <a:r>
              <a:rPr lang="sr-Latn-RS" dirty="0"/>
              <a:t>BlocBuilder</a:t>
            </a:r>
          </a:p>
          <a:p>
            <a:r>
              <a:rPr lang="sr-Latn-RS" dirty="0"/>
              <a:t>BlocListener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872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EFEC5-368F-4F00-DB63-6877D2632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Event i State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628B2D8-7DDC-4796-ABA2-BB56DD1E5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22" y="2598988"/>
            <a:ext cx="5640568" cy="27146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0BCE17-509C-6E44-E1E3-61CF585CD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000" y="2598988"/>
            <a:ext cx="552450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606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71ACF-3D7A-1B52-4714-5F87916FD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BLoC – business logika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BE8E26-86D4-142B-E190-C794822B4E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5882" y="1690688"/>
            <a:ext cx="550023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80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EEC1-B019-FC95-5FAC-7B95809C0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Povezivanje</a:t>
            </a:r>
            <a:r>
              <a:rPr lang="en-US" dirty="0"/>
              <a:t> UI-ja I </a:t>
            </a:r>
            <a:r>
              <a:rPr lang="en-US" dirty="0" err="1"/>
              <a:t>BLoC</a:t>
            </a:r>
            <a:r>
              <a:rPr lang="en-US" dirty="0"/>
              <a:t>-a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BB38E1-ABE7-185A-C232-337C11C74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8900" y="2428625"/>
            <a:ext cx="8034199" cy="13255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3F1CF6-489C-B5B3-315D-32683158F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900" y="4307040"/>
            <a:ext cx="8034199" cy="72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38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4627D-2D1B-9FD1-C414-2ACD5871E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 </a:t>
            </a:r>
            <a:r>
              <a:rPr lang="en-US" dirty="0" err="1"/>
              <a:t>podataka</a:t>
            </a:r>
            <a:r>
              <a:rPr lang="en-US" dirty="0"/>
              <a:t> u </a:t>
            </a:r>
            <a:r>
              <a:rPr lang="en-US" dirty="0" err="1"/>
              <a:t>aplikaciji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B397D-D387-EAE9-8C00-575FF020A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Korisnik</a:t>
            </a:r>
            <a:r>
              <a:rPr lang="en-US" dirty="0"/>
              <a:t> </a:t>
            </a:r>
            <a:r>
              <a:rPr lang="sr-Latn-RS" dirty="0"/>
              <a:t>uradi nešto (action)</a:t>
            </a:r>
          </a:p>
          <a:p>
            <a:r>
              <a:rPr lang="sr-Latn-RS" dirty="0"/>
              <a:t>Kreira se event</a:t>
            </a:r>
          </a:p>
          <a:p>
            <a:r>
              <a:rPr lang="sr-Latn-RS" dirty="0"/>
              <a:t>Event se šalje Bloc-u</a:t>
            </a:r>
          </a:p>
          <a:p>
            <a:r>
              <a:rPr lang="sr-Latn-RS" dirty="0"/>
              <a:t>Bloc set-uje state</a:t>
            </a:r>
          </a:p>
          <a:p>
            <a:r>
              <a:rPr lang="sr-Latn-RS" dirty="0"/>
              <a:t>Na osnovu state-a se menja UI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288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D55B2-9DA4-06C7-7777-C6B00F002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Demo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ECE774-B6C3-8C55-4D25-566BEC2387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3553" y="365125"/>
            <a:ext cx="2848067" cy="61765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2DC562-121B-B25E-1F94-2197CAA97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598" y="365125"/>
            <a:ext cx="2848067" cy="618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78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8081-F55E-57B7-3201-C0F3F9B03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Prednosti i mane BLoC-a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4856A-93E8-33EF-3322-D6753931F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Prednosti</a:t>
            </a:r>
          </a:p>
          <a:p>
            <a:pPr lvl="1"/>
            <a:r>
              <a:rPr lang="sr-Latn-RS" dirty="0"/>
              <a:t>Čist kod</a:t>
            </a:r>
          </a:p>
          <a:p>
            <a:pPr lvl="1"/>
            <a:r>
              <a:rPr lang="sr-Latn-RS" dirty="0"/>
              <a:t>Jednostavan za testiranje</a:t>
            </a:r>
          </a:p>
          <a:p>
            <a:pPr lvl="1"/>
            <a:r>
              <a:rPr lang="sr-Latn-RS" dirty="0"/>
              <a:t>Skalabilnost</a:t>
            </a:r>
          </a:p>
          <a:p>
            <a:r>
              <a:rPr lang="sr-Latn-RS" dirty="0"/>
              <a:t>Mane</a:t>
            </a:r>
          </a:p>
          <a:p>
            <a:pPr lvl="1"/>
            <a:r>
              <a:rPr lang="sr-Latn-RS" dirty="0"/>
              <a:t>Više boilerplate koda</a:t>
            </a:r>
          </a:p>
          <a:p>
            <a:pPr lvl="1"/>
            <a:r>
              <a:rPr lang="sr-Latn-RS" dirty="0"/>
              <a:t>Veća početna kompleksnost</a:t>
            </a:r>
          </a:p>
        </p:txBody>
      </p:sp>
    </p:spTree>
    <p:extLst>
      <p:ext uri="{BB962C8B-B14F-4D97-AF65-F5344CB8AC3E}">
        <p14:creationId xmlns:p14="http://schemas.microsoft.com/office/powerpoint/2010/main" val="2606563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F7655-CE6F-56F8-AF05-9A26F6AC7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Kada koristiti BLoC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C55A5-488D-694E-AA4B-540DB9B89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Veće aplikacije</a:t>
            </a:r>
          </a:p>
          <a:p>
            <a:r>
              <a:rPr lang="sr-Latn-RS" dirty="0"/>
              <a:t>Kompleksna logika</a:t>
            </a:r>
          </a:p>
          <a:p>
            <a:r>
              <a:rPr lang="sr-Latn-RS" dirty="0"/>
              <a:t>Više ekrana i stanja aplikacije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50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2A4F7-A347-388D-3A30-82E9E5948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7179" y="2245895"/>
            <a:ext cx="6192253" cy="2438399"/>
          </a:xfrm>
        </p:spPr>
        <p:txBody>
          <a:bodyPr>
            <a:normAutofit/>
          </a:bodyPr>
          <a:lstStyle/>
          <a:p>
            <a:r>
              <a:rPr lang="sr-Latn-RS" sz="7200" dirty="0"/>
              <a:t>Hvala na pažnji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059289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183</Words>
  <Application>Microsoft Office PowerPoint</Application>
  <PresentationFormat>Widescreen</PresentationFormat>
  <Paragraphs>56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Razvoj real-time cross-platform aplikacije korišćenjem Flutter-a i BLoC arhitekture</vt:lpstr>
      <vt:lpstr>Problem</vt:lpstr>
      <vt:lpstr>Šta je Flutter?</vt:lpstr>
      <vt:lpstr>Zašto Flutter?</vt:lpstr>
      <vt:lpstr>Arhitektura projekta</vt:lpstr>
      <vt:lpstr>BLoC (Business Logic Component)</vt:lpstr>
      <vt:lpstr>BLoC – ključni elementi</vt:lpstr>
      <vt:lpstr>Event i State</vt:lpstr>
      <vt:lpstr>BLoC – business logika</vt:lpstr>
      <vt:lpstr>Povezivanje UI-ja I BLoC-a</vt:lpstr>
      <vt:lpstr>Tok podataka u aplikaciji</vt:lpstr>
      <vt:lpstr>Demo</vt:lpstr>
      <vt:lpstr>Prednosti i mane BLoC-a</vt:lpstr>
      <vt:lpstr>Kada koristiti BLoC</vt:lpstr>
      <vt:lpstr>Hvala na pažnji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Сања Смиљић</dc:creator>
  <cp:lastModifiedBy>Сања Смиљић</cp:lastModifiedBy>
  <cp:revision>4</cp:revision>
  <dcterms:created xsi:type="dcterms:W3CDTF">2026-02-09T08:41:32Z</dcterms:created>
  <dcterms:modified xsi:type="dcterms:W3CDTF">2026-02-09T09:00:29Z</dcterms:modified>
</cp:coreProperties>
</file>